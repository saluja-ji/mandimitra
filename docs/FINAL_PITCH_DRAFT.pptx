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MandiMitra 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Working prototype · Draft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A transparent market-choice assistant for perishable produce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COMMIT FOR GOOD · AI × Open Source × Public Good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The decision is not just the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Perishable produce sellers must compare a price signal with travel expense and possible value loss.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The Ministry of Food Processing Industries reported estimated post-harvest loss of 11.61% for tomatoes in the NABCONS 2022 study.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That statistic establishes the broader issue; it does not prove our tool will reduce losses.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Existing systems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AGMARKNET / OGD publishes daily mandi price records.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e-NAM supports electronic trading and price discovery in participating mandis.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MandiMitra tests a complementary seller-specific view: expected net return under explicit assumptions.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The gap and user need still require interviews and competitor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How MandiMitra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Input: crop, harvest quantity, historical prices, market distances.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Estimate price using a transparent trailing moving average.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Subtract user-entered transport cost and an explicitly labelled value-loss scenario.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Rank markets and compare against nearest-market and highest-latest-price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Demo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Live demo: CSV upload → market ranking → inspect costs and assumptions.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Forecast sanity check uses chronological holdout predictions and a last-value baseline.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Bundled data is synthetic and is not real market data.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Replace with documented OGD / AGMARKNET data before drawing conclusions.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What we can and cannot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Can demonstrate: reproducible calculations, explainable ranking, baseline comparison, CSV workflow.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Cannot yet claim: higher realised farmer income, reduced food waste, or field-validated forecast accuracy.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Next validation: interview farmers/FPOs, use real local data, test unseen dates/markets, collect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C38"/>
                </a:solidFill>
              </a:defRPr>
            </a:pPr>
            <a:r>
              <a:t>Open source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MIT-licensed code, tests, assumptions and data provenance notes.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Reproducible local setup and documented CSV schema.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Future: local-language UX, route integration, better uncertainty estimates, field pilot.</a:t>
            </a:r>
          </a:p>
          <a:p>
            <a:pPr>
              <a:spcAft>
                <a:spcPts val="1500"/>
              </a:spcAft>
              <a:defRPr sz="2000">
                <a:solidFill>
                  <a:srgbClr val="2D3732"/>
                </a:solidFill>
              </a:defRPr>
            </a:pPr>
            <a:r>
              <a:t>Sources: MoFPI/PIB (2022), WRI India (2024), OGD/AGMARKNET, e-NAM.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